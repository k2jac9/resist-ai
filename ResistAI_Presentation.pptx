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99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1B59C-D8C3-41CC-9FC1-B2DEED70B32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EA14C8-EC96-472E-8EBA-AC4BB7D5FED8}">
      <dgm:prSet/>
      <dgm:spPr/>
      <dgm:t>
        <a:bodyPr/>
        <a:lstStyle/>
        <a:p>
          <a:pPr>
            <a:defRPr b="1"/>
          </a:pPr>
          <a:r>
            <a:rPr lang="en-US"/>
            <a:t>💰 Market Opportunity:</a:t>
          </a:r>
        </a:p>
      </dgm:t>
    </dgm:pt>
    <dgm:pt modelId="{A99580BA-E4A4-4495-8E6F-1119EFDF4A40}" type="parTrans" cxnId="{151C5CD2-95DF-4B3A-A916-393156E47FC2}">
      <dgm:prSet/>
      <dgm:spPr/>
      <dgm:t>
        <a:bodyPr/>
        <a:lstStyle/>
        <a:p>
          <a:endParaRPr lang="en-US"/>
        </a:p>
      </dgm:t>
    </dgm:pt>
    <dgm:pt modelId="{3A8364AE-7659-468E-BDD7-8F421E1EA386}" type="sibTrans" cxnId="{151C5CD2-95DF-4B3A-A916-393156E47FC2}">
      <dgm:prSet/>
      <dgm:spPr/>
      <dgm:t>
        <a:bodyPr/>
        <a:lstStyle/>
        <a:p>
          <a:endParaRPr lang="en-US"/>
        </a:p>
      </dgm:t>
    </dgm:pt>
    <dgm:pt modelId="{D7A5D944-B0E6-4144-958F-D1EA625D327E}">
      <dgm:prSet/>
      <dgm:spPr/>
      <dgm:t>
        <a:bodyPr/>
        <a:lstStyle/>
        <a:p>
          <a:r>
            <a:rPr lang="en-US"/>
            <a:t>• $28.2B AMR therapeutics market by 2031</a:t>
          </a:r>
        </a:p>
      </dgm:t>
    </dgm:pt>
    <dgm:pt modelId="{1AE08DD7-1D35-4C2E-8728-878065B882BB}" type="parTrans" cxnId="{A26A92E7-AF93-498A-AE0C-AEEBB32288A2}">
      <dgm:prSet/>
      <dgm:spPr/>
      <dgm:t>
        <a:bodyPr/>
        <a:lstStyle/>
        <a:p>
          <a:endParaRPr lang="en-US"/>
        </a:p>
      </dgm:t>
    </dgm:pt>
    <dgm:pt modelId="{FA4BF7F1-868D-412C-BBF1-EAB41D64A73B}" type="sibTrans" cxnId="{A26A92E7-AF93-498A-AE0C-AEEBB32288A2}">
      <dgm:prSet/>
      <dgm:spPr/>
      <dgm:t>
        <a:bodyPr/>
        <a:lstStyle/>
        <a:p>
          <a:endParaRPr lang="en-US"/>
        </a:p>
      </dgm:t>
    </dgm:pt>
    <dgm:pt modelId="{1830F992-2A6C-42B9-9392-25FE7153300F}">
      <dgm:prSet/>
      <dgm:spPr/>
      <dgm:t>
        <a:bodyPr/>
        <a:lstStyle/>
        <a:p>
          <a:r>
            <a:rPr lang="en-US"/>
            <a:t>• 10M projected deaths/year by 2050</a:t>
          </a:r>
        </a:p>
      </dgm:t>
    </dgm:pt>
    <dgm:pt modelId="{1B286DFD-773B-4425-B758-3BA865280C89}" type="parTrans" cxnId="{670F737F-B019-431A-9D3C-A1CE45769282}">
      <dgm:prSet/>
      <dgm:spPr/>
      <dgm:t>
        <a:bodyPr/>
        <a:lstStyle/>
        <a:p>
          <a:endParaRPr lang="en-US"/>
        </a:p>
      </dgm:t>
    </dgm:pt>
    <dgm:pt modelId="{BE0BD862-DE76-4B37-8673-FAECF88B2E3D}" type="sibTrans" cxnId="{670F737F-B019-431A-9D3C-A1CE45769282}">
      <dgm:prSet/>
      <dgm:spPr/>
      <dgm:t>
        <a:bodyPr/>
        <a:lstStyle/>
        <a:p>
          <a:endParaRPr lang="en-US"/>
        </a:p>
      </dgm:t>
    </dgm:pt>
    <dgm:pt modelId="{6C1980CA-0974-44ED-B0A0-CC532A3F255A}">
      <dgm:prSet/>
      <dgm:spPr/>
      <dgm:t>
        <a:bodyPr/>
        <a:lstStyle/>
        <a:p>
          <a:pPr>
            <a:defRPr b="1"/>
          </a:pPr>
          <a:r>
            <a:rPr lang="en-US"/>
            <a:t>🎯 Target Customers:</a:t>
          </a:r>
        </a:p>
      </dgm:t>
    </dgm:pt>
    <dgm:pt modelId="{56FCD26C-109F-427E-BF88-9725B1183B58}" type="parTrans" cxnId="{97717333-C263-4725-BCD9-340039159E6E}">
      <dgm:prSet/>
      <dgm:spPr/>
      <dgm:t>
        <a:bodyPr/>
        <a:lstStyle/>
        <a:p>
          <a:endParaRPr lang="en-US"/>
        </a:p>
      </dgm:t>
    </dgm:pt>
    <dgm:pt modelId="{7923CAA0-7A8E-476C-A20D-EAD793CAAE29}" type="sibTrans" cxnId="{97717333-C263-4725-BCD9-340039159E6E}">
      <dgm:prSet/>
      <dgm:spPr/>
      <dgm:t>
        <a:bodyPr/>
        <a:lstStyle/>
        <a:p>
          <a:endParaRPr lang="en-US"/>
        </a:p>
      </dgm:t>
    </dgm:pt>
    <dgm:pt modelId="{9C2F66C9-1F0E-4B6A-9999-909E39C69713}">
      <dgm:prSet/>
      <dgm:spPr/>
      <dgm:t>
        <a:bodyPr/>
        <a:lstStyle/>
        <a:p>
          <a:r>
            <a:rPr lang="en-US"/>
            <a:t>• Biotech startups (usage-based API)</a:t>
          </a:r>
        </a:p>
      </dgm:t>
    </dgm:pt>
    <dgm:pt modelId="{17B17F2B-749F-4B46-9333-3767EE3E1DEA}" type="parTrans" cxnId="{769DDC5E-94F2-4AA9-A5BD-292FD682EC84}">
      <dgm:prSet/>
      <dgm:spPr/>
      <dgm:t>
        <a:bodyPr/>
        <a:lstStyle/>
        <a:p>
          <a:endParaRPr lang="en-US"/>
        </a:p>
      </dgm:t>
    </dgm:pt>
    <dgm:pt modelId="{B0E70DA8-ACDC-4287-A13A-BD2DC185E49C}" type="sibTrans" cxnId="{769DDC5E-94F2-4AA9-A5BD-292FD682EC84}">
      <dgm:prSet/>
      <dgm:spPr/>
      <dgm:t>
        <a:bodyPr/>
        <a:lstStyle/>
        <a:p>
          <a:endParaRPr lang="en-US"/>
        </a:p>
      </dgm:t>
    </dgm:pt>
    <dgm:pt modelId="{2B0099FD-9702-441F-A91F-A46397A87425}">
      <dgm:prSet/>
      <dgm:spPr/>
      <dgm:t>
        <a:bodyPr/>
        <a:lstStyle/>
        <a:p>
          <a:r>
            <a:rPr lang="en-US"/>
            <a:t>• Pharma partnerships (co-development)</a:t>
          </a:r>
        </a:p>
      </dgm:t>
    </dgm:pt>
    <dgm:pt modelId="{DDCD5893-1029-4083-A6E2-2EAA28D361B1}" type="parTrans" cxnId="{7BDAEE9D-5DFA-4457-BB50-FC0D8733A31E}">
      <dgm:prSet/>
      <dgm:spPr/>
      <dgm:t>
        <a:bodyPr/>
        <a:lstStyle/>
        <a:p>
          <a:endParaRPr lang="en-US"/>
        </a:p>
      </dgm:t>
    </dgm:pt>
    <dgm:pt modelId="{9A8E4D6A-6216-40A1-8FEB-577BFCCA70DA}" type="sibTrans" cxnId="{7BDAEE9D-5DFA-4457-BB50-FC0D8733A31E}">
      <dgm:prSet/>
      <dgm:spPr/>
      <dgm:t>
        <a:bodyPr/>
        <a:lstStyle/>
        <a:p>
          <a:endParaRPr lang="en-US"/>
        </a:p>
      </dgm:t>
    </dgm:pt>
    <dgm:pt modelId="{56AF4179-7A11-41ED-BE23-34FB86A5140D}">
      <dgm:prSet/>
      <dgm:spPr/>
      <dgm:t>
        <a:bodyPr/>
        <a:lstStyle/>
        <a:p>
          <a:r>
            <a:rPr lang="en-US"/>
            <a:t>• Academic research (free tier)</a:t>
          </a:r>
        </a:p>
      </dgm:t>
    </dgm:pt>
    <dgm:pt modelId="{4C364678-80BF-49BE-B46E-4CBCE9FB2CC2}" type="parTrans" cxnId="{6BED7290-5AB9-45FE-96B1-BC1DD8D643B4}">
      <dgm:prSet/>
      <dgm:spPr/>
      <dgm:t>
        <a:bodyPr/>
        <a:lstStyle/>
        <a:p>
          <a:endParaRPr lang="en-US"/>
        </a:p>
      </dgm:t>
    </dgm:pt>
    <dgm:pt modelId="{9A8F4B7E-C135-46BD-8B0E-C31FCD814E8A}" type="sibTrans" cxnId="{6BED7290-5AB9-45FE-96B1-BC1DD8D643B4}">
      <dgm:prSet/>
      <dgm:spPr/>
      <dgm:t>
        <a:bodyPr/>
        <a:lstStyle/>
        <a:p>
          <a:endParaRPr lang="en-US"/>
        </a:p>
      </dgm:t>
    </dgm:pt>
    <dgm:pt modelId="{CE3DE7DE-17B3-441B-A306-55522EB5C442}">
      <dgm:prSet/>
      <dgm:spPr/>
      <dgm:t>
        <a:bodyPr/>
        <a:lstStyle/>
        <a:p>
          <a:pPr>
            <a:defRPr b="1"/>
          </a:pPr>
          <a:r>
            <a:rPr lang="en-US"/>
            <a:t>🏥 Regulatory Pathway:</a:t>
          </a:r>
        </a:p>
      </dgm:t>
    </dgm:pt>
    <dgm:pt modelId="{EBFC5625-E06F-48D6-B45A-E30ED0E88A88}" type="parTrans" cxnId="{E8FD09C6-CFB0-4CB5-9CE6-D0AADF594616}">
      <dgm:prSet/>
      <dgm:spPr/>
      <dgm:t>
        <a:bodyPr/>
        <a:lstStyle/>
        <a:p>
          <a:endParaRPr lang="en-US"/>
        </a:p>
      </dgm:t>
    </dgm:pt>
    <dgm:pt modelId="{E8CD86FE-D75B-4226-91B6-0DFCCED7944B}" type="sibTrans" cxnId="{E8FD09C6-CFB0-4CB5-9CE6-D0AADF594616}">
      <dgm:prSet/>
      <dgm:spPr/>
      <dgm:t>
        <a:bodyPr/>
        <a:lstStyle/>
        <a:p>
          <a:endParaRPr lang="en-US"/>
        </a:p>
      </dgm:t>
    </dgm:pt>
    <dgm:pt modelId="{D4F44E7E-6EFB-44BD-A643-1D0B25B1C6B2}">
      <dgm:prSet/>
      <dgm:spPr/>
      <dgm:t>
        <a:bodyPr/>
        <a:lstStyle/>
        <a:p>
          <a:r>
            <a:rPr lang="en-US"/>
            <a:t>• 505(b)(2) for repurposed drugs</a:t>
          </a:r>
        </a:p>
      </dgm:t>
    </dgm:pt>
    <dgm:pt modelId="{EE1FA229-462D-4768-A38D-C8487E86155D}" type="parTrans" cxnId="{C08445B2-B968-428E-BCB3-B89F383B44CB}">
      <dgm:prSet/>
      <dgm:spPr/>
      <dgm:t>
        <a:bodyPr/>
        <a:lstStyle/>
        <a:p>
          <a:endParaRPr lang="en-US"/>
        </a:p>
      </dgm:t>
    </dgm:pt>
    <dgm:pt modelId="{93B7E78B-D80A-4F37-9674-7BCABCED045A}" type="sibTrans" cxnId="{C08445B2-B968-428E-BCB3-B89F383B44CB}">
      <dgm:prSet/>
      <dgm:spPr/>
      <dgm:t>
        <a:bodyPr/>
        <a:lstStyle/>
        <a:p>
          <a:endParaRPr lang="en-US"/>
        </a:p>
      </dgm:t>
    </dgm:pt>
    <dgm:pt modelId="{21B8F109-55B0-4CA3-84BB-6D30B0762407}">
      <dgm:prSet/>
      <dgm:spPr/>
      <dgm:t>
        <a:bodyPr/>
        <a:lstStyle/>
        <a:p>
          <a:r>
            <a:rPr lang="en-US"/>
            <a:t>• QIDP designation for priority review</a:t>
          </a:r>
        </a:p>
      </dgm:t>
    </dgm:pt>
    <dgm:pt modelId="{D30A49BF-58EC-4A07-85AF-C6369949A9FF}" type="parTrans" cxnId="{BC9E138E-6AA9-48D1-BB97-4BF6BFC3AFD8}">
      <dgm:prSet/>
      <dgm:spPr/>
      <dgm:t>
        <a:bodyPr/>
        <a:lstStyle/>
        <a:p>
          <a:endParaRPr lang="en-US"/>
        </a:p>
      </dgm:t>
    </dgm:pt>
    <dgm:pt modelId="{E87A2405-4101-4C57-982C-933A371C9FE4}" type="sibTrans" cxnId="{BC9E138E-6AA9-48D1-BB97-4BF6BFC3AFD8}">
      <dgm:prSet/>
      <dgm:spPr/>
      <dgm:t>
        <a:bodyPr/>
        <a:lstStyle/>
        <a:p>
          <a:endParaRPr lang="en-US"/>
        </a:p>
      </dgm:t>
    </dgm:pt>
    <dgm:pt modelId="{517E5EA3-AC28-435A-A71B-2AF64B128525}">
      <dgm:prSet/>
      <dgm:spPr/>
      <dgm:t>
        <a:bodyPr/>
        <a:lstStyle/>
        <a:p>
          <a:r>
            <a:rPr lang="en-US"/>
            <a:t>• IND-ready output format</a:t>
          </a:r>
        </a:p>
      </dgm:t>
    </dgm:pt>
    <dgm:pt modelId="{DD01A152-8EE4-4FC6-9A2D-C50BDF3F4101}" type="parTrans" cxnId="{2B715741-8F8D-4598-86BA-E01BB42C83C2}">
      <dgm:prSet/>
      <dgm:spPr/>
      <dgm:t>
        <a:bodyPr/>
        <a:lstStyle/>
        <a:p>
          <a:endParaRPr lang="en-US"/>
        </a:p>
      </dgm:t>
    </dgm:pt>
    <dgm:pt modelId="{E5BEAB40-DA19-440E-8C67-0BE99D57B988}" type="sibTrans" cxnId="{2B715741-8F8D-4598-86BA-E01BB42C83C2}">
      <dgm:prSet/>
      <dgm:spPr/>
      <dgm:t>
        <a:bodyPr/>
        <a:lstStyle/>
        <a:p>
          <a:endParaRPr lang="en-US"/>
        </a:p>
      </dgm:t>
    </dgm:pt>
    <dgm:pt modelId="{05B7D474-C843-4CBD-BA9F-FF4A905F46E9}">
      <dgm:prSet/>
      <dgm:spPr/>
      <dgm:t>
        <a:bodyPr/>
        <a:lstStyle/>
        <a:p>
          <a:pPr>
            <a:defRPr b="1"/>
          </a:pPr>
          <a:r>
            <a:rPr lang="en-US"/>
            <a:t>💡 Cost Savings:</a:t>
          </a:r>
        </a:p>
      </dgm:t>
    </dgm:pt>
    <dgm:pt modelId="{027B5C4F-5A07-4841-96FB-1127DF02D572}" type="parTrans" cxnId="{055A73F3-2D06-4DAE-A46D-AB47C806205B}">
      <dgm:prSet/>
      <dgm:spPr/>
      <dgm:t>
        <a:bodyPr/>
        <a:lstStyle/>
        <a:p>
          <a:endParaRPr lang="en-US"/>
        </a:p>
      </dgm:t>
    </dgm:pt>
    <dgm:pt modelId="{9B324604-9C72-4327-BF89-1F433E79B405}" type="sibTrans" cxnId="{055A73F3-2D06-4DAE-A46D-AB47C806205B}">
      <dgm:prSet/>
      <dgm:spPr/>
      <dgm:t>
        <a:bodyPr/>
        <a:lstStyle/>
        <a:p>
          <a:endParaRPr lang="en-US"/>
        </a:p>
      </dgm:t>
    </dgm:pt>
    <dgm:pt modelId="{7D58E3B2-49EA-4259-B0D3-90CE5A0EFBA6}">
      <dgm:prSet/>
      <dgm:spPr/>
      <dgm:t>
        <a:bodyPr/>
        <a:lstStyle/>
        <a:p>
          <a:r>
            <a:rPr lang="en-US"/>
            <a:t>• $0.01 per pipeline vs $1B traditional</a:t>
          </a:r>
        </a:p>
      </dgm:t>
    </dgm:pt>
    <dgm:pt modelId="{57F8B054-6EF8-4012-9ACF-FF517C36262F}" type="parTrans" cxnId="{31028F67-F7B4-4C9E-9532-E785DD1AD8CC}">
      <dgm:prSet/>
      <dgm:spPr/>
      <dgm:t>
        <a:bodyPr/>
        <a:lstStyle/>
        <a:p>
          <a:endParaRPr lang="en-US"/>
        </a:p>
      </dgm:t>
    </dgm:pt>
    <dgm:pt modelId="{9D187E59-6DEA-4FFB-A24B-4FEDA7DB120A}" type="sibTrans" cxnId="{31028F67-F7B4-4C9E-9532-E785DD1AD8CC}">
      <dgm:prSet/>
      <dgm:spPr/>
      <dgm:t>
        <a:bodyPr/>
        <a:lstStyle/>
        <a:p>
          <a:endParaRPr lang="en-US"/>
        </a:p>
      </dgm:t>
    </dgm:pt>
    <dgm:pt modelId="{6BE76B86-8C01-496C-AD7C-2739723D7E64}" type="pres">
      <dgm:prSet presAssocID="{2AE1B59C-D8C3-41CC-9FC1-B2DEED70B321}" presName="root" presStyleCnt="0">
        <dgm:presLayoutVars>
          <dgm:dir/>
          <dgm:resizeHandles val="exact"/>
        </dgm:presLayoutVars>
      </dgm:prSet>
      <dgm:spPr/>
    </dgm:pt>
    <dgm:pt modelId="{2811BFCA-B3C5-4446-84C7-52B2EF974AC2}" type="pres">
      <dgm:prSet presAssocID="{DBEA14C8-EC96-472E-8EBA-AC4BB7D5FED8}" presName="compNode" presStyleCnt="0"/>
      <dgm:spPr/>
    </dgm:pt>
    <dgm:pt modelId="{24202902-9E2F-4D57-B451-14198BA7C4F9}" type="pres">
      <dgm:prSet presAssocID="{DBEA14C8-EC96-472E-8EBA-AC4BB7D5FED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09E6E92E-6D0C-4894-B97B-B876FFE68831}" type="pres">
      <dgm:prSet presAssocID="{DBEA14C8-EC96-472E-8EBA-AC4BB7D5FED8}" presName="iconSpace" presStyleCnt="0"/>
      <dgm:spPr/>
    </dgm:pt>
    <dgm:pt modelId="{1C54D2C2-B6B5-4091-A457-40C2515E233F}" type="pres">
      <dgm:prSet presAssocID="{DBEA14C8-EC96-472E-8EBA-AC4BB7D5FED8}" presName="parTx" presStyleLbl="revTx" presStyleIdx="0" presStyleCnt="8">
        <dgm:presLayoutVars>
          <dgm:chMax val="0"/>
          <dgm:chPref val="0"/>
        </dgm:presLayoutVars>
      </dgm:prSet>
      <dgm:spPr/>
    </dgm:pt>
    <dgm:pt modelId="{0B164FF7-B278-4059-9874-262449C6AB2F}" type="pres">
      <dgm:prSet presAssocID="{DBEA14C8-EC96-472E-8EBA-AC4BB7D5FED8}" presName="txSpace" presStyleCnt="0"/>
      <dgm:spPr/>
    </dgm:pt>
    <dgm:pt modelId="{03FABF99-C5A6-4BDB-887F-DB41F92999CB}" type="pres">
      <dgm:prSet presAssocID="{DBEA14C8-EC96-472E-8EBA-AC4BB7D5FED8}" presName="desTx" presStyleLbl="revTx" presStyleIdx="1" presStyleCnt="8">
        <dgm:presLayoutVars/>
      </dgm:prSet>
      <dgm:spPr/>
    </dgm:pt>
    <dgm:pt modelId="{A9F70B49-1131-4D90-83EF-DD678C7F0464}" type="pres">
      <dgm:prSet presAssocID="{3A8364AE-7659-468E-BDD7-8F421E1EA386}" presName="sibTrans" presStyleCnt="0"/>
      <dgm:spPr/>
    </dgm:pt>
    <dgm:pt modelId="{E123AD87-5D92-46EF-BF48-5046A0488478}" type="pres">
      <dgm:prSet presAssocID="{6C1980CA-0974-44ED-B0A0-CC532A3F255A}" presName="compNode" presStyleCnt="0"/>
      <dgm:spPr/>
    </dgm:pt>
    <dgm:pt modelId="{29622BD5-75C7-4B9B-B02E-69354246B251}" type="pres">
      <dgm:prSet presAssocID="{6C1980CA-0974-44ED-B0A0-CC532A3F255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C8AEDEC0-C0C6-4D88-9AF4-DAED74FFA0D1}" type="pres">
      <dgm:prSet presAssocID="{6C1980CA-0974-44ED-B0A0-CC532A3F255A}" presName="iconSpace" presStyleCnt="0"/>
      <dgm:spPr/>
    </dgm:pt>
    <dgm:pt modelId="{4C36D152-D720-4753-A190-206100316B51}" type="pres">
      <dgm:prSet presAssocID="{6C1980CA-0974-44ED-B0A0-CC532A3F255A}" presName="parTx" presStyleLbl="revTx" presStyleIdx="2" presStyleCnt="8">
        <dgm:presLayoutVars>
          <dgm:chMax val="0"/>
          <dgm:chPref val="0"/>
        </dgm:presLayoutVars>
      </dgm:prSet>
      <dgm:spPr/>
    </dgm:pt>
    <dgm:pt modelId="{E2227224-C6B3-4502-B54A-5B8AD6595DBC}" type="pres">
      <dgm:prSet presAssocID="{6C1980CA-0974-44ED-B0A0-CC532A3F255A}" presName="txSpace" presStyleCnt="0"/>
      <dgm:spPr/>
    </dgm:pt>
    <dgm:pt modelId="{7A2A077F-C6C1-47CD-9405-22DED7374E3A}" type="pres">
      <dgm:prSet presAssocID="{6C1980CA-0974-44ED-B0A0-CC532A3F255A}" presName="desTx" presStyleLbl="revTx" presStyleIdx="3" presStyleCnt="8">
        <dgm:presLayoutVars/>
      </dgm:prSet>
      <dgm:spPr/>
    </dgm:pt>
    <dgm:pt modelId="{A14C6C9D-4053-46E0-93B0-D222ABC94387}" type="pres">
      <dgm:prSet presAssocID="{7923CAA0-7A8E-476C-A20D-EAD793CAAE29}" presName="sibTrans" presStyleCnt="0"/>
      <dgm:spPr/>
    </dgm:pt>
    <dgm:pt modelId="{EA1B3B0D-81D0-4050-81CE-B9B30D412C24}" type="pres">
      <dgm:prSet presAssocID="{CE3DE7DE-17B3-441B-A306-55522EB5C442}" presName="compNode" presStyleCnt="0"/>
      <dgm:spPr/>
    </dgm:pt>
    <dgm:pt modelId="{ACF54B75-A31A-4F86-BFD4-465C8388CACC}" type="pres">
      <dgm:prSet presAssocID="{CE3DE7DE-17B3-441B-A306-55522EB5C44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A533C326-03E7-452B-88D7-DA2C65F94359}" type="pres">
      <dgm:prSet presAssocID="{CE3DE7DE-17B3-441B-A306-55522EB5C442}" presName="iconSpace" presStyleCnt="0"/>
      <dgm:spPr/>
    </dgm:pt>
    <dgm:pt modelId="{7796E747-F5EF-4512-A417-5613D611F7E4}" type="pres">
      <dgm:prSet presAssocID="{CE3DE7DE-17B3-441B-A306-55522EB5C442}" presName="parTx" presStyleLbl="revTx" presStyleIdx="4" presStyleCnt="8">
        <dgm:presLayoutVars>
          <dgm:chMax val="0"/>
          <dgm:chPref val="0"/>
        </dgm:presLayoutVars>
      </dgm:prSet>
      <dgm:spPr/>
    </dgm:pt>
    <dgm:pt modelId="{2ECDB3EC-C6CA-4995-82F8-4CAF5F3733C4}" type="pres">
      <dgm:prSet presAssocID="{CE3DE7DE-17B3-441B-A306-55522EB5C442}" presName="txSpace" presStyleCnt="0"/>
      <dgm:spPr/>
    </dgm:pt>
    <dgm:pt modelId="{2C654EDB-7CFD-4CE0-B439-494191871197}" type="pres">
      <dgm:prSet presAssocID="{CE3DE7DE-17B3-441B-A306-55522EB5C442}" presName="desTx" presStyleLbl="revTx" presStyleIdx="5" presStyleCnt="8">
        <dgm:presLayoutVars/>
      </dgm:prSet>
      <dgm:spPr/>
    </dgm:pt>
    <dgm:pt modelId="{818DCC77-CDB0-4298-AFDB-FD5D871DEB09}" type="pres">
      <dgm:prSet presAssocID="{E8CD86FE-D75B-4226-91B6-0DFCCED7944B}" presName="sibTrans" presStyleCnt="0"/>
      <dgm:spPr/>
    </dgm:pt>
    <dgm:pt modelId="{1D91D626-3BF7-4526-AB0D-3B95060E20BA}" type="pres">
      <dgm:prSet presAssocID="{05B7D474-C843-4CBD-BA9F-FF4A905F46E9}" presName="compNode" presStyleCnt="0"/>
      <dgm:spPr/>
    </dgm:pt>
    <dgm:pt modelId="{ED88BCA1-EE48-44D4-BCF8-16B7DF7A7B95}" type="pres">
      <dgm:prSet presAssocID="{05B7D474-C843-4CBD-BA9F-FF4A905F46E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B38C2072-C06A-407D-A1DF-AE3B735D2A7C}" type="pres">
      <dgm:prSet presAssocID="{05B7D474-C843-4CBD-BA9F-FF4A905F46E9}" presName="iconSpace" presStyleCnt="0"/>
      <dgm:spPr/>
    </dgm:pt>
    <dgm:pt modelId="{C9A9DD34-AA6F-47B0-8A49-2539AFEE8F9B}" type="pres">
      <dgm:prSet presAssocID="{05B7D474-C843-4CBD-BA9F-FF4A905F46E9}" presName="parTx" presStyleLbl="revTx" presStyleIdx="6" presStyleCnt="8">
        <dgm:presLayoutVars>
          <dgm:chMax val="0"/>
          <dgm:chPref val="0"/>
        </dgm:presLayoutVars>
      </dgm:prSet>
      <dgm:spPr/>
    </dgm:pt>
    <dgm:pt modelId="{A37AAA55-9078-4A55-A423-92F10A1A7E3A}" type="pres">
      <dgm:prSet presAssocID="{05B7D474-C843-4CBD-BA9F-FF4A905F46E9}" presName="txSpace" presStyleCnt="0"/>
      <dgm:spPr/>
    </dgm:pt>
    <dgm:pt modelId="{CD591CFA-3AAB-4D4C-A1DB-FD491510D997}" type="pres">
      <dgm:prSet presAssocID="{05B7D474-C843-4CBD-BA9F-FF4A905F46E9}" presName="desTx" presStyleLbl="revTx" presStyleIdx="7" presStyleCnt="8">
        <dgm:presLayoutVars/>
      </dgm:prSet>
      <dgm:spPr/>
    </dgm:pt>
  </dgm:ptLst>
  <dgm:cxnLst>
    <dgm:cxn modelId="{D355060F-96C6-41FC-971F-E684517B0B56}" type="presOf" srcId="{56AF4179-7A11-41ED-BE23-34FB86A5140D}" destId="{7A2A077F-C6C1-47CD-9405-22DED7374E3A}" srcOrd="0" destOrd="2" presId="urn:microsoft.com/office/officeart/2018/5/layout/CenteredIconLabelDescriptionList"/>
    <dgm:cxn modelId="{97717333-C263-4725-BCD9-340039159E6E}" srcId="{2AE1B59C-D8C3-41CC-9FC1-B2DEED70B321}" destId="{6C1980CA-0974-44ED-B0A0-CC532A3F255A}" srcOrd="1" destOrd="0" parTransId="{56FCD26C-109F-427E-BF88-9725B1183B58}" sibTransId="{7923CAA0-7A8E-476C-A20D-EAD793CAAE29}"/>
    <dgm:cxn modelId="{8DB6063B-9FD6-4C44-B9C6-64ABC776EB9D}" type="presOf" srcId="{2AE1B59C-D8C3-41CC-9FC1-B2DEED70B321}" destId="{6BE76B86-8C01-496C-AD7C-2739723D7E64}" srcOrd="0" destOrd="0" presId="urn:microsoft.com/office/officeart/2018/5/layout/CenteredIconLabelDescriptionList"/>
    <dgm:cxn modelId="{A38D095D-E487-4C27-A6ED-1B38BE34E530}" type="presOf" srcId="{D4F44E7E-6EFB-44BD-A643-1D0B25B1C6B2}" destId="{2C654EDB-7CFD-4CE0-B439-494191871197}" srcOrd="0" destOrd="0" presId="urn:microsoft.com/office/officeart/2018/5/layout/CenteredIconLabelDescriptionList"/>
    <dgm:cxn modelId="{769DDC5E-94F2-4AA9-A5BD-292FD682EC84}" srcId="{6C1980CA-0974-44ED-B0A0-CC532A3F255A}" destId="{9C2F66C9-1F0E-4B6A-9999-909E39C69713}" srcOrd="0" destOrd="0" parTransId="{17B17F2B-749F-4B46-9333-3767EE3E1DEA}" sibTransId="{B0E70DA8-ACDC-4287-A13A-BD2DC185E49C}"/>
    <dgm:cxn modelId="{2B715741-8F8D-4598-86BA-E01BB42C83C2}" srcId="{CE3DE7DE-17B3-441B-A306-55522EB5C442}" destId="{517E5EA3-AC28-435A-A71B-2AF64B128525}" srcOrd="2" destOrd="0" parTransId="{DD01A152-8EE4-4FC6-9A2D-C50BDF3F4101}" sibTransId="{E5BEAB40-DA19-440E-8C67-0BE99D57B988}"/>
    <dgm:cxn modelId="{31028F67-F7B4-4C9E-9532-E785DD1AD8CC}" srcId="{05B7D474-C843-4CBD-BA9F-FF4A905F46E9}" destId="{7D58E3B2-49EA-4259-B0D3-90CE5A0EFBA6}" srcOrd="0" destOrd="0" parTransId="{57F8B054-6EF8-4012-9ACF-FF517C36262F}" sibTransId="{9D187E59-6DEA-4FFB-A24B-4FEDA7DB120A}"/>
    <dgm:cxn modelId="{98F15269-CD1D-43FC-9997-CE3FEF82B4EA}" type="presOf" srcId="{CE3DE7DE-17B3-441B-A306-55522EB5C442}" destId="{7796E747-F5EF-4512-A417-5613D611F7E4}" srcOrd="0" destOrd="0" presId="urn:microsoft.com/office/officeart/2018/5/layout/CenteredIconLabelDescriptionList"/>
    <dgm:cxn modelId="{901A084B-C738-4C0B-9778-BE4C8AC3F758}" type="presOf" srcId="{05B7D474-C843-4CBD-BA9F-FF4A905F46E9}" destId="{C9A9DD34-AA6F-47B0-8A49-2539AFEE8F9B}" srcOrd="0" destOrd="0" presId="urn:microsoft.com/office/officeart/2018/5/layout/CenteredIconLabelDescriptionList"/>
    <dgm:cxn modelId="{96157471-F36C-4BC2-AFEB-3D53CD39B950}" type="presOf" srcId="{7D58E3B2-49EA-4259-B0D3-90CE5A0EFBA6}" destId="{CD591CFA-3AAB-4D4C-A1DB-FD491510D997}" srcOrd="0" destOrd="0" presId="urn:microsoft.com/office/officeart/2018/5/layout/CenteredIconLabelDescriptionList"/>
    <dgm:cxn modelId="{670F737F-B019-431A-9D3C-A1CE45769282}" srcId="{DBEA14C8-EC96-472E-8EBA-AC4BB7D5FED8}" destId="{1830F992-2A6C-42B9-9392-25FE7153300F}" srcOrd="1" destOrd="0" parTransId="{1B286DFD-773B-4425-B758-3BA865280C89}" sibTransId="{BE0BD862-DE76-4B37-8673-FAECF88B2E3D}"/>
    <dgm:cxn modelId="{BC9E138E-6AA9-48D1-BB97-4BF6BFC3AFD8}" srcId="{CE3DE7DE-17B3-441B-A306-55522EB5C442}" destId="{21B8F109-55B0-4CA3-84BB-6D30B0762407}" srcOrd="1" destOrd="0" parTransId="{D30A49BF-58EC-4A07-85AF-C6369949A9FF}" sibTransId="{E87A2405-4101-4C57-982C-933A371C9FE4}"/>
    <dgm:cxn modelId="{6BED7290-5AB9-45FE-96B1-BC1DD8D643B4}" srcId="{6C1980CA-0974-44ED-B0A0-CC532A3F255A}" destId="{56AF4179-7A11-41ED-BE23-34FB86A5140D}" srcOrd="2" destOrd="0" parTransId="{4C364678-80BF-49BE-B46E-4CBCE9FB2CC2}" sibTransId="{9A8F4B7E-C135-46BD-8B0E-C31FCD814E8A}"/>
    <dgm:cxn modelId="{7BDAEE9D-5DFA-4457-BB50-FC0D8733A31E}" srcId="{6C1980CA-0974-44ED-B0A0-CC532A3F255A}" destId="{2B0099FD-9702-441F-A91F-A46397A87425}" srcOrd="1" destOrd="0" parTransId="{DDCD5893-1029-4083-A6E2-2EAA28D361B1}" sibTransId="{9A8E4D6A-6216-40A1-8FEB-577BFCCA70DA}"/>
    <dgm:cxn modelId="{C9898C9F-834A-436B-B5C4-FE9CF0F95950}" type="presOf" srcId="{2B0099FD-9702-441F-A91F-A46397A87425}" destId="{7A2A077F-C6C1-47CD-9405-22DED7374E3A}" srcOrd="0" destOrd="1" presId="urn:microsoft.com/office/officeart/2018/5/layout/CenteredIconLabelDescriptionList"/>
    <dgm:cxn modelId="{FA4445A4-F8C2-4470-8230-107333C659F5}" type="presOf" srcId="{517E5EA3-AC28-435A-A71B-2AF64B128525}" destId="{2C654EDB-7CFD-4CE0-B439-494191871197}" srcOrd="0" destOrd="2" presId="urn:microsoft.com/office/officeart/2018/5/layout/CenteredIconLabelDescriptionList"/>
    <dgm:cxn modelId="{C08445B2-B968-428E-BCB3-B89F383B44CB}" srcId="{CE3DE7DE-17B3-441B-A306-55522EB5C442}" destId="{D4F44E7E-6EFB-44BD-A643-1D0B25B1C6B2}" srcOrd="0" destOrd="0" parTransId="{EE1FA229-462D-4768-A38D-C8487E86155D}" sibTransId="{93B7E78B-D80A-4F37-9674-7BCABCED045A}"/>
    <dgm:cxn modelId="{E8FD09C6-CFB0-4CB5-9CE6-D0AADF594616}" srcId="{2AE1B59C-D8C3-41CC-9FC1-B2DEED70B321}" destId="{CE3DE7DE-17B3-441B-A306-55522EB5C442}" srcOrd="2" destOrd="0" parTransId="{EBFC5625-E06F-48D6-B45A-E30ED0E88A88}" sibTransId="{E8CD86FE-D75B-4226-91B6-0DFCCED7944B}"/>
    <dgm:cxn modelId="{9D710DD0-8B86-4270-BFCC-A3FFD0178310}" type="presOf" srcId="{9C2F66C9-1F0E-4B6A-9999-909E39C69713}" destId="{7A2A077F-C6C1-47CD-9405-22DED7374E3A}" srcOrd="0" destOrd="0" presId="urn:microsoft.com/office/officeart/2018/5/layout/CenteredIconLabelDescriptionList"/>
    <dgm:cxn modelId="{C6CCFED0-D883-4750-9A33-6BFD763DDB84}" type="presOf" srcId="{DBEA14C8-EC96-472E-8EBA-AC4BB7D5FED8}" destId="{1C54D2C2-B6B5-4091-A457-40C2515E233F}" srcOrd="0" destOrd="0" presId="urn:microsoft.com/office/officeart/2018/5/layout/CenteredIconLabelDescriptionList"/>
    <dgm:cxn modelId="{151C5CD2-95DF-4B3A-A916-393156E47FC2}" srcId="{2AE1B59C-D8C3-41CC-9FC1-B2DEED70B321}" destId="{DBEA14C8-EC96-472E-8EBA-AC4BB7D5FED8}" srcOrd="0" destOrd="0" parTransId="{A99580BA-E4A4-4495-8E6F-1119EFDF4A40}" sibTransId="{3A8364AE-7659-468E-BDD7-8F421E1EA386}"/>
    <dgm:cxn modelId="{E7EF26DF-9F71-4EA8-84F8-11C7CA035DD5}" type="presOf" srcId="{1830F992-2A6C-42B9-9392-25FE7153300F}" destId="{03FABF99-C5A6-4BDB-887F-DB41F92999CB}" srcOrd="0" destOrd="1" presId="urn:microsoft.com/office/officeart/2018/5/layout/CenteredIconLabelDescriptionList"/>
    <dgm:cxn modelId="{2457D4DF-7B61-475A-8A57-554A82EA0D13}" type="presOf" srcId="{21B8F109-55B0-4CA3-84BB-6D30B0762407}" destId="{2C654EDB-7CFD-4CE0-B439-494191871197}" srcOrd="0" destOrd="1" presId="urn:microsoft.com/office/officeart/2018/5/layout/CenteredIconLabelDescriptionList"/>
    <dgm:cxn modelId="{D1C071E3-E30F-47DA-AC62-F29016EBDCE4}" type="presOf" srcId="{D7A5D944-B0E6-4144-958F-D1EA625D327E}" destId="{03FABF99-C5A6-4BDB-887F-DB41F92999CB}" srcOrd="0" destOrd="0" presId="urn:microsoft.com/office/officeart/2018/5/layout/CenteredIconLabelDescriptionList"/>
    <dgm:cxn modelId="{A26A92E7-AF93-498A-AE0C-AEEBB32288A2}" srcId="{DBEA14C8-EC96-472E-8EBA-AC4BB7D5FED8}" destId="{D7A5D944-B0E6-4144-958F-D1EA625D327E}" srcOrd="0" destOrd="0" parTransId="{1AE08DD7-1D35-4C2E-8728-878065B882BB}" sibTransId="{FA4BF7F1-868D-412C-BBF1-EAB41D64A73B}"/>
    <dgm:cxn modelId="{F84F5BE9-1BEA-48F9-874E-D58A3F975880}" type="presOf" srcId="{6C1980CA-0974-44ED-B0A0-CC532A3F255A}" destId="{4C36D152-D720-4753-A190-206100316B51}" srcOrd="0" destOrd="0" presId="urn:microsoft.com/office/officeart/2018/5/layout/CenteredIconLabelDescriptionList"/>
    <dgm:cxn modelId="{055A73F3-2D06-4DAE-A46D-AB47C806205B}" srcId="{2AE1B59C-D8C3-41CC-9FC1-B2DEED70B321}" destId="{05B7D474-C843-4CBD-BA9F-FF4A905F46E9}" srcOrd="3" destOrd="0" parTransId="{027B5C4F-5A07-4841-96FB-1127DF02D572}" sibTransId="{9B324604-9C72-4327-BF89-1F433E79B405}"/>
    <dgm:cxn modelId="{736CAA0A-959A-45D5-99E9-06B91EBB2BE1}" type="presParOf" srcId="{6BE76B86-8C01-496C-AD7C-2739723D7E64}" destId="{2811BFCA-B3C5-4446-84C7-52B2EF974AC2}" srcOrd="0" destOrd="0" presId="urn:microsoft.com/office/officeart/2018/5/layout/CenteredIconLabelDescriptionList"/>
    <dgm:cxn modelId="{863ED01F-1825-4FA8-8D02-47362AADE8FC}" type="presParOf" srcId="{2811BFCA-B3C5-4446-84C7-52B2EF974AC2}" destId="{24202902-9E2F-4D57-B451-14198BA7C4F9}" srcOrd="0" destOrd="0" presId="urn:microsoft.com/office/officeart/2018/5/layout/CenteredIconLabelDescriptionList"/>
    <dgm:cxn modelId="{68373C85-EF0B-435E-826D-E86BA3F454EF}" type="presParOf" srcId="{2811BFCA-B3C5-4446-84C7-52B2EF974AC2}" destId="{09E6E92E-6D0C-4894-B97B-B876FFE68831}" srcOrd="1" destOrd="0" presId="urn:microsoft.com/office/officeart/2018/5/layout/CenteredIconLabelDescriptionList"/>
    <dgm:cxn modelId="{45CEBE67-1FC0-42D8-B8E1-04596027A73C}" type="presParOf" srcId="{2811BFCA-B3C5-4446-84C7-52B2EF974AC2}" destId="{1C54D2C2-B6B5-4091-A457-40C2515E233F}" srcOrd="2" destOrd="0" presId="urn:microsoft.com/office/officeart/2018/5/layout/CenteredIconLabelDescriptionList"/>
    <dgm:cxn modelId="{2C63938A-F05E-4AAD-9BAE-ABBE78964E2A}" type="presParOf" srcId="{2811BFCA-B3C5-4446-84C7-52B2EF974AC2}" destId="{0B164FF7-B278-4059-9874-262449C6AB2F}" srcOrd="3" destOrd="0" presId="urn:microsoft.com/office/officeart/2018/5/layout/CenteredIconLabelDescriptionList"/>
    <dgm:cxn modelId="{B6F7740B-CD7D-4A5D-9D6C-516CB39162EF}" type="presParOf" srcId="{2811BFCA-B3C5-4446-84C7-52B2EF974AC2}" destId="{03FABF99-C5A6-4BDB-887F-DB41F92999CB}" srcOrd="4" destOrd="0" presId="urn:microsoft.com/office/officeart/2018/5/layout/CenteredIconLabelDescriptionList"/>
    <dgm:cxn modelId="{AEDC0ADE-2D0D-4422-9188-CAEA57606A5B}" type="presParOf" srcId="{6BE76B86-8C01-496C-AD7C-2739723D7E64}" destId="{A9F70B49-1131-4D90-83EF-DD678C7F0464}" srcOrd="1" destOrd="0" presId="urn:microsoft.com/office/officeart/2018/5/layout/CenteredIconLabelDescriptionList"/>
    <dgm:cxn modelId="{3571D588-3466-42C8-8553-26FA50B341B7}" type="presParOf" srcId="{6BE76B86-8C01-496C-AD7C-2739723D7E64}" destId="{E123AD87-5D92-46EF-BF48-5046A0488478}" srcOrd="2" destOrd="0" presId="urn:microsoft.com/office/officeart/2018/5/layout/CenteredIconLabelDescriptionList"/>
    <dgm:cxn modelId="{429CE97A-C192-42C2-9C06-D72C0E611D0A}" type="presParOf" srcId="{E123AD87-5D92-46EF-BF48-5046A0488478}" destId="{29622BD5-75C7-4B9B-B02E-69354246B251}" srcOrd="0" destOrd="0" presId="urn:microsoft.com/office/officeart/2018/5/layout/CenteredIconLabelDescriptionList"/>
    <dgm:cxn modelId="{12E953F7-02C3-44C9-BDC8-B6C35B99FE32}" type="presParOf" srcId="{E123AD87-5D92-46EF-BF48-5046A0488478}" destId="{C8AEDEC0-C0C6-4D88-9AF4-DAED74FFA0D1}" srcOrd="1" destOrd="0" presId="urn:microsoft.com/office/officeart/2018/5/layout/CenteredIconLabelDescriptionList"/>
    <dgm:cxn modelId="{B56390BC-8269-4897-A7D8-F21A3D173DD1}" type="presParOf" srcId="{E123AD87-5D92-46EF-BF48-5046A0488478}" destId="{4C36D152-D720-4753-A190-206100316B51}" srcOrd="2" destOrd="0" presId="urn:microsoft.com/office/officeart/2018/5/layout/CenteredIconLabelDescriptionList"/>
    <dgm:cxn modelId="{8EC793B4-5337-46FA-9A12-BA6E3E73018A}" type="presParOf" srcId="{E123AD87-5D92-46EF-BF48-5046A0488478}" destId="{E2227224-C6B3-4502-B54A-5B8AD6595DBC}" srcOrd="3" destOrd="0" presId="urn:microsoft.com/office/officeart/2018/5/layout/CenteredIconLabelDescriptionList"/>
    <dgm:cxn modelId="{4EF13EAC-746C-4A1C-9617-3B5E15F8EDF5}" type="presParOf" srcId="{E123AD87-5D92-46EF-BF48-5046A0488478}" destId="{7A2A077F-C6C1-47CD-9405-22DED7374E3A}" srcOrd="4" destOrd="0" presId="urn:microsoft.com/office/officeart/2018/5/layout/CenteredIconLabelDescriptionList"/>
    <dgm:cxn modelId="{D659076F-AC73-4298-9235-2407D2181779}" type="presParOf" srcId="{6BE76B86-8C01-496C-AD7C-2739723D7E64}" destId="{A14C6C9D-4053-46E0-93B0-D222ABC94387}" srcOrd="3" destOrd="0" presId="urn:microsoft.com/office/officeart/2018/5/layout/CenteredIconLabelDescriptionList"/>
    <dgm:cxn modelId="{76D260E4-B851-4F45-9925-CC578809EEC6}" type="presParOf" srcId="{6BE76B86-8C01-496C-AD7C-2739723D7E64}" destId="{EA1B3B0D-81D0-4050-81CE-B9B30D412C24}" srcOrd="4" destOrd="0" presId="urn:microsoft.com/office/officeart/2018/5/layout/CenteredIconLabelDescriptionList"/>
    <dgm:cxn modelId="{3DA1F212-E8E5-4815-AB0B-9B47218A2DF4}" type="presParOf" srcId="{EA1B3B0D-81D0-4050-81CE-B9B30D412C24}" destId="{ACF54B75-A31A-4F86-BFD4-465C8388CACC}" srcOrd="0" destOrd="0" presId="urn:microsoft.com/office/officeart/2018/5/layout/CenteredIconLabelDescriptionList"/>
    <dgm:cxn modelId="{C509E5F0-7FA4-4305-921D-C66BA414D690}" type="presParOf" srcId="{EA1B3B0D-81D0-4050-81CE-B9B30D412C24}" destId="{A533C326-03E7-452B-88D7-DA2C65F94359}" srcOrd="1" destOrd="0" presId="urn:microsoft.com/office/officeart/2018/5/layout/CenteredIconLabelDescriptionList"/>
    <dgm:cxn modelId="{DD529B37-ED74-4CAE-B1F6-57256379861F}" type="presParOf" srcId="{EA1B3B0D-81D0-4050-81CE-B9B30D412C24}" destId="{7796E747-F5EF-4512-A417-5613D611F7E4}" srcOrd="2" destOrd="0" presId="urn:microsoft.com/office/officeart/2018/5/layout/CenteredIconLabelDescriptionList"/>
    <dgm:cxn modelId="{044BC521-C089-4D09-B6B9-BF2503E014C1}" type="presParOf" srcId="{EA1B3B0D-81D0-4050-81CE-B9B30D412C24}" destId="{2ECDB3EC-C6CA-4995-82F8-4CAF5F3733C4}" srcOrd="3" destOrd="0" presId="urn:microsoft.com/office/officeart/2018/5/layout/CenteredIconLabelDescriptionList"/>
    <dgm:cxn modelId="{AC2263D5-35DA-4B9E-9EBE-E62167CA1CF4}" type="presParOf" srcId="{EA1B3B0D-81D0-4050-81CE-B9B30D412C24}" destId="{2C654EDB-7CFD-4CE0-B439-494191871197}" srcOrd="4" destOrd="0" presId="urn:microsoft.com/office/officeart/2018/5/layout/CenteredIconLabelDescriptionList"/>
    <dgm:cxn modelId="{79047E16-7548-461E-B9FD-6CF43AA60EE9}" type="presParOf" srcId="{6BE76B86-8C01-496C-AD7C-2739723D7E64}" destId="{818DCC77-CDB0-4298-AFDB-FD5D871DEB09}" srcOrd="5" destOrd="0" presId="urn:microsoft.com/office/officeart/2018/5/layout/CenteredIconLabelDescriptionList"/>
    <dgm:cxn modelId="{362626C7-4A97-4348-B35E-EC89DFD56305}" type="presParOf" srcId="{6BE76B86-8C01-496C-AD7C-2739723D7E64}" destId="{1D91D626-3BF7-4526-AB0D-3B95060E20BA}" srcOrd="6" destOrd="0" presId="urn:microsoft.com/office/officeart/2018/5/layout/CenteredIconLabelDescriptionList"/>
    <dgm:cxn modelId="{70A91D53-C75B-43B3-B6A1-983AF6A5CB97}" type="presParOf" srcId="{1D91D626-3BF7-4526-AB0D-3B95060E20BA}" destId="{ED88BCA1-EE48-44D4-BCF8-16B7DF7A7B95}" srcOrd="0" destOrd="0" presId="urn:microsoft.com/office/officeart/2018/5/layout/CenteredIconLabelDescriptionList"/>
    <dgm:cxn modelId="{E8344ACF-CAC2-48F6-B282-D474471FAFD9}" type="presParOf" srcId="{1D91D626-3BF7-4526-AB0D-3B95060E20BA}" destId="{B38C2072-C06A-407D-A1DF-AE3B735D2A7C}" srcOrd="1" destOrd="0" presId="urn:microsoft.com/office/officeart/2018/5/layout/CenteredIconLabelDescriptionList"/>
    <dgm:cxn modelId="{9E311E6C-32F6-47BB-9F48-2996626BF21A}" type="presParOf" srcId="{1D91D626-3BF7-4526-AB0D-3B95060E20BA}" destId="{C9A9DD34-AA6F-47B0-8A49-2539AFEE8F9B}" srcOrd="2" destOrd="0" presId="urn:microsoft.com/office/officeart/2018/5/layout/CenteredIconLabelDescriptionList"/>
    <dgm:cxn modelId="{67F4863F-4A4D-4A69-8338-4512CB406BA6}" type="presParOf" srcId="{1D91D626-3BF7-4526-AB0D-3B95060E20BA}" destId="{A37AAA55-9078-4A55-A423-92F10A1A7E3A}" srcOrd="3" destOrd="0" presId="urn:microsoft.com/office/officeart/2018/5/layout/CenteredIconLabelDescriptionList"/>
    <dgm:cxn modelId="{543D720D-D1B1-4E6C-AEDB-39FF6209E16E}" type="presParOf" srcId="{1D91D626-3BF7-4526-AB0D-3B95060E20BA}" destId="{CD591CFA-3AAB-4D4C-A1DB-FD491510D99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02902-9E2F-4D57-B451-14198BA7C4F9}">
      <dsp:nvSpPr>
        <dsp:cNvPr id="0" name=""/>
        <dsp:cNvSpPr/>
      </dsp:nvSpPr>
      <dsp:spPr>
        <a:xfrm>
          <a:off x="949451" y="1010853"/>
          <a:ext cx="1012921" cy="1012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4D2C2-B6B5-4091-A457-40C2515E233F}">
      <dsp:nvSpPr>
        <dsp:cNvPr id="0" name=""/>
        <dsp:cNvSpPr/>
      </dsp:nvSpPr>
      <dsp:spPr>
        <a:xfrm>
          <a:off x="8881" y="2153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💰 Market Opportunity:</a:t>
          </a:r>
        </a:p>
      </dsp:txBody>
      <dsp:txXfrm>
        <a:off x="8881" y="2153190"/>
        <a:ext cx="2894062" cy="434109"/>
      </dsp:txXfrm>
    </dsp:sp>
    <dsp:sp modelId="{03FABF99-C5A6-4BDB-887F-DB41F92999CB}">
      <dsp:nvSpPr>
        <dsp:cNvPr id="0" name=""/>
        <dsp:cNvSpPr/>
      </dsp:nvSpPr>
      <dsp:spPr>
        <a:xfrm>
          <a:off x="8881" y="2647492"/>
          <a:ext cx="2894062" cy="1373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$28.2B AMR therapeutics market by 2031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10M projected deaths/year by 2050</a:t>
          </a:r>
        </a:p>
      </dsp:txBody>
      <dsp:txXfrm>
        <a:off x="8881" y="2647492"/>
        <a:ext cx="2894062" cy="1373020"/>
      </dsp:txXfrm>
    </dsp:sp>
    <dsp:sp modelId="{29622BD5-75C7-4B9B-B02E-69354246B251}">
      <dsp:nvSpPr>
        <dsp:cNvPr id="0" name=""/>
        <dsp:cNvSpPr/>
      </dsp:nvSpPr>
      <dsp:spPr>
        <a:xfrm>
          <a:off x="4349974" y="1010853"/>
          <a:ext cx="1012921" cy="1012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36D152-D720-4753-A190-206100316B51}">
      <dsp:nvSpPr>
        <dsp:cNvPr id="0" name=""/>
        <dsp:cNvSpPr/>
      </dsp:nvSpPr>
      <dsp:spPr>
        <a:xfrm>
          <a:off x="3409404" y="2153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🎯 Target Customers:</a:t>
          </a:r>
        </a:p>
      </dsp:txBody>
      <dsp:txXfrm>
        <a:off x="3409404" y="2153190"/>
        <a:ext cx="2894062" cy="434109"/>
      </dsp:txXfrm>
    </dsp:sp>
    <dsp:sp modelId="{7A2A077F-C6C1-47CD-9405-22DED7374E3A}">
      <dsp:nvSpPr>
        <dsp:cNvPr id="0" name=""/>
        <dsp:cNvSpPr/>
      </dsp:nvSpPr>
      <dsp:spPr>
        <a:xfrm>
          <a:off x="3409404" y="2647492"/>
          <a:ext cx="2894062" cy="1373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Biotech startups (usage-based API)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Pharma partnerships (co-development)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Academic research (free tier)</a:t>
          </a:r>
        </a:p>
      </dsp:txBody>
      <dsp:txXfrm>
        <a:off x="3409404" y="2647492"/>
        <a:ext cx="2894062" cy="1373020"/>
      </dsp:txXfrm>
    </dsp:sp>
    <dsp:sp modelId="{ACF54B75-A31A-4F86-BFD4-465C8388CACC}">
      <dsp:nvSpPr>
        <dsp:cNvPr id="0" name=""/>
        <dsp:cNvSpPr/>
      </dsp:nvSpPr>
      <dsp:spPr>
        <a:xfrm>
          <a:off x="7750498" y="1010853"/>
          <a:ext cx="1012921" cy="1012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6E747-F5EF-4512-A417-5613D611F7E4}">
      <dsp:nvSpPr>
        <dsp:cNvPr id="0" name=""/>
        <dsp:cNvSpPr/>
      </dsp:nvSpPr>
      <dsp:spPr>
        <a:xfrm>
          <a:off x="6809927" y="2153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🏥 Regulatory Pathway:</a:t>
          </a:r>
        </a:p>
      </dsp:txBody>
      <dsp:txXfrm>
        <a:off x="6809927" y="2153190"/>
        <a:ext cx="2894062" cy="434109"/>
      </dsp:txXfrm>
    </dsp:sp>
    <dsp:sp modelId="{2C654EDB-7CFD-4CE0-B439-494191871197}">
      <dsp:nvSpPr>
        <dsp:cNvPr id="0" name=""/>
        <dsp:cNvSpPr/>
      </dsp:nvSpPr>
      <dsp:spPr>
        <a:xfrm>
          <a:off x="6809927" y="2647492"/>
          <a:ext cx="2894062" cy="1373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505(b)(2) for repurposed drugs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QIDP designation for priority review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IND-ready output format</a:t>
          </a:r>
        </a:p>
      </dsp:txBody>
      <dsp:txXfrm>
        <a:off x="6809927" y="2647492"/>
        <a:ext cx="2894062" cy="1373020"/>
      </dsp:txXfrm>
    </dsp:sp>
    <dsp:sp modelId="{ED88BCA1-EE48-44D4-BCF8-16B7DF7A7B95}">
      <dsp:nvSpPr>
        <dsp:cNvPr id="0" name=""/>
        <dsp:cNvSpPr/>
      </dsp:nvSpPr>
      <dsp:spPr>
        <a:xfrm>
          <a:off x="11151021" y="1010853"/>
          <a:ext cx="1012921" cy="10129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9DD34-AA6F-47B0-8A49-2539AFEE8F9B}">
      <dsp:nvSpPr>
        <dsp:cNvPr id="0" name=""/>
        <dsp:cNvSpPr/>
      </dsp:nvSpPr>
      <dsp:spPr>
        <a:xfrm>
          <a:off x="10210451" y="215319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💡 Cost Savings:</a:t>
          </a:r>
        </a:p>
      </dsp:txBody>
      <dsp:txXfrm>
        <a:off x="10210451" y="2153190"/>
        <a:ext cx="2894062" cy="434109"/>
      </dsp:txXfrm>
    </dsp:sp>
    <dsp:sp modelId="{CD591CFA-3AAB-4D4C-A1DB-FD491510D997}">
      <dsp:nvSpPr>
        <dsp:cNvPr id="0" name=""/>
        <dsp:cNvSpPr/>
      </dsp:nvSpPr>
      <dsp:spPr>
        <a:xfrm>
          <a:off x="10210451" y="2647492"/>
          <a:ext cx="2894062" cy="1373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$0.01 per pipeline vs $1B traditional</a:t>
          </a:r>
        </a:p>
      </dsp:txBody>
      <dsp:txXfrm>
        <a:off x="10210451" y="2647492"/>
        <a:ext cx="2894062" cy="1373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ResistAI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AI-Orchestrated Drug Discovery for Antimicrobial Resistance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Team BioHack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📍 Evolved 25 Hackathon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📅 Toronto, ON | March 27-29, 2026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🏗️ Built in 48 hours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🤖 9 AI models integrated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🚀 Production-ready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The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DC143C"/>
                </a:solidFill>
              </a:defRPr>
            </a:pPr>
            <a:r>
              <a:t>1.27M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C3E50"/>
                </a:solidFill>
              </a:defRPr>
            </a:pPr>
            <a:r>
              <a:t>Deaths from antimicrobial resistance per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The Post-Antibiotic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💀 4.95 million deaths associated with AMR annually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🔬 Zero new antibiotic classes since 1987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🏥 16 of 20 pharma companies abandoned antibiotics R&amp;D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⚠️ NDM-1 enzyme (critical pathogen) has NO approved inhibitor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💰 Traditional discovery: 10+ years, $1+ billion, 90% failure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ResistAI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9 AI Models • 4 Stages • Minutes Not Years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What is ResistAI?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🎯 End-to-end AI drug discovery platform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🔗 Orchestrates 9 frontier AI models in automated pipeline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⚡ Input: Pathogen name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📊 Output: Ranked drug candidates with safety scores + clinical reasoning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⏱️ Time: Minutes (not 10+ years)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💻 Access: Web UI, REST API, CLI, Python SDK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9 AI Models Working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🧬 NVIDIA NIM Biology (7 models):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Evo2-40b — Genomic analysis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ESMFold — Protein structure prediction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Boltz-2 — Binding prediction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DiffDock — Molecular docking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MolMIM — Novel molecule generation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RFdiffusion — Protein backbone design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ProteinMPNN — Protein sequence design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🧠 Nebius AI Studio (2 models):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Qwen3-235B — Clinical reasoning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DeepSeek-R1 — Deep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4-Stage Automated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1️⃣ TARGET DISCOVERY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Evo2-40b → ESMFold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Genome analysis → 3D structure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2️⃣ DRUG SCREENING + GENERATION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Boltz-2 → MolMIM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Binding prediction → Novel molecules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3️⃣ PROTEIN DESIGN (De Novo)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RFdiffusion → ProteinMPNN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Backbone design → Sequence generation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4️⃣ SAFETY + REASONING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ADMET → Qwen3/DeepSeek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Toxicity prediction → Clinical explanation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Watch ResistAI in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1. Select pathogen: Klebsiella pneumoniae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2. Select target: NDM-1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3. Click 'Run Pipeline'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4. Watch 4 stages execute automatically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5. View ranked candidates with: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Binding confidence scores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ADMET safety predictions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AI-generated clinical reasoning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28B22"/>
                </a:solidFill>
              </a:defRPr>
            </a:pPr>
            <a:r>
              <a:t>Real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DC143C"/>
                </a:solidFill>
              </a:defRPr>
            </a:pPr>
            <a:r>
              <a:t>0.91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C3E50"/>
                </a:solidFill>
              </a:defRPr>
            </a:pPr>
            <a:r>
              <a:t>Binding confidence for FDA-approved inhibitors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Documented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✅ Binding Predictions: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0.887-0.913 confidence for known inhibitors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Validated on FDA-approved combinations (2023)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✅ Novel Molecule Generation: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QED drug-likeness: 0.82-0.93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10-50 molecules per run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✅ De Novo Protein Design: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363-residue novel scaffold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Sequence recovery: ~42%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✅ 4 ESKAPE Pathogens Supported: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Klebsiella, Acinetobacter, Pseudomonas, Enterobacter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Technical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🏗️ Architecture: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60+ Python files, modular design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4 interfaces: Web UI, REST API, CLI, SDK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Async pipeline orchestration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📚 Documentation: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Comprehensive README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OpenAPI docs for REST API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Installation + usage guides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✅ Production Ready: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Error handling throughout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Configurable via YAML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Type hints + logging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0 vulnerabilities in dependencies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4630398" cy="189114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754628" y="0"/>
            <a:ext cx="4875772" cy="1891694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69332" y="-6369334"/>
            <a:ext cx="1891735" cy="146304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645916" y="418638"/>
            <a:ext cx="12052828" cy="1053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228B22"/>
                </a:solidFill>
              </a:defRPr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Model &amp; Impact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C83DE7D-47CB-CAC4-7341-BEC3DFD04E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9769545"/>
              </p:ext>
            </p:extLst>
          </p:nvPr>
        </p:nvGraphicFramePr>
        <p:xfrm>
          <a:off x="772867" y="2535094"/>
          <a:ext cx="13113395" cy="5031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What Makes ResistAI Unique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🥇 FIRST platform combining: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Genomic analysis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Molecule generation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Protein design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Safety prediction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Clinical reasoning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⚡ Dual Paradigm: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Small molecule repurposing AND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De novo protein therapeutic design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🤖 AI-Explained Results: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Not just predictions — explanations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LLMs generate clinical rationale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⏰ 48-Hour Build: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Concept to production in hackathon timeframe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🔬 Immediate: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Wet-lab validation partnerships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Enterprise SaaS deployment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📈 Short-term: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Expand to all ESKAPE pathogens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Add fungal resistance (Candida auris)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BARDA/CARB-X funding applications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🌍 Long-term: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Clinical trial partnerships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Global deployment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  • Save 1.27M lives per year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ResistAI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🤖 9 AI models orchestrated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🔄 4 automated pipeline stages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💻 4 access interfaces (UI, API, CLI, SDK)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📊 0.887-0.913 binding confidence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💀 1.27M deaths/year addressed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💰 $28.2B market opportunity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t>⏱️ 48 hours from concept to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Why ResistAI Wins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Why ResistAI Should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830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❤️ Addresses Critical Need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• 1.27M deaths/year, zero new antibiotics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⚙️ Technical Excellence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• 9 models, 4 interfaces, production-ready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🤝 Uses ALL Sponsor Tech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• NVIDIA NIM (7 models) + </a:t>
            </a:r>
            <a:r>
              <a:rPr dirty="0" err="1"/>
              <a:t>Nebius</a:t>
            </a:r>
            <a:r>
              <a:rPr dirty="0"/>
              <a:t> AI (2 models)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📈 Real Results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• Documented predictions, validated accuracy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🚀 Production Ready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• Not a demo — deployable platform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🌍 Impact Potential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• $28.2B market, saves lives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ResistAI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🌐 GitHub: github.com/</a:t>
            </a:r>
            <a:r>
              <a:rPr lang="en-CA" dirty="0"/>
              <a:t>k2jac9</a:t>
            </a:r>
            <a:r>
              <a:rPr dirty="0"/>
              <a:t>/resist-ai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👥 Team </a:t>
            </a:r>
            <a:r>
              <a:rPr dirty="0" err="1"/>
              <a:t>BioHack</a:t>
            </a:r>
            <a:r>
              <a:rPr lang="en-CA" dirty="0"/>
              <a:t>: Alejandro Castellanos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📧 Contact: </a:t>
            </a:r>
            <a:r>
              <a:rPr lang="en-CA" dirty="0"/>
              <a:t>alexcastellanos29</a:t>
            </a:r>
            <a:r>
              <a:rPr dirty="0"/>
              <a:t>@</a:t>
            </a:r>
            <a:r>
              <a:rPr lang="en-CA" dirty="0" err="1"/>
              <a:t>gmail</a:t>
            </a:r>
            <a:r>
              <a:rPr dirty="0"/>
              <a:t>.</a:t>
            </a:r>
            <a:r>
              <a:rPr lang="en-CA" dirty="0"/>
              <a:t>com</a:t>
            </a: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🎯 Built at Evolved 25 Hackathon</a:t>
            </a:r>
          </a:p>
          <a:p>
            <a:pPr lvl="1"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   Toronto, ON | March 27-29, 2026</a:t>
            </a:r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💡 Because the post-antibiotic era</a:t>
            </a:r>
            <a:r>
              <a:rPr lang="en-CA" dirty="0"/>
              <a:t> </a:t>
            </a:r>
            <a:r>
              <a:rPr dirty="0"/>
              <a:t>should not be our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940</Words>
  <Application>Microsoft Office PowerPoint</Application>
  <PresentationFormat>Custom</PresentationFormat>
  <Paragraphs>204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</cp:lastModifiedBy>
  <cp:revision>2</cp:revision>
  <dcterms:created xsi:type="dcterms:W3CDTF">2013-01-27T09:14:16Z</dcterms:created>
  <dcterms:modified xsi:type="dcterms:W3CDTF">2026-03-29T16:19:19Z</dcterms:modified>
  <cp:category/>
</cp:coreProperties>
</file>